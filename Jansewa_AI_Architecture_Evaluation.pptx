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6385C"/>
                </a:solidFill>
              </a:rPr>
              <a:t>Jansewa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AI-Powered Real-Time Governance Intelligence Platform
Architecture &amp; Evaluation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5029200" cy="73152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Problem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Local governance teams need fast, transparent, and data-driven complaint management.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Jansewa AI converts citizen complaints into prioritized, verifiable civic actions.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Vision: Reliable AI for public governance, even with limited internet/API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303520" cy="5303520"/>
          </a:xfrm>
          <a:prstGeom prst="roundRect">
            <a:avLst/>
          </a:prstGeom>
          <a:solidFill>
            <a:srgbClr val="F8FAFD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385C"/>
                </a:solidFill>
              </a:defRPr>
            </a:pPr>
            <a:r>
              <a:t>Frontend (User Interaction)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• React + Vite + Tailwind dashboard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Complaint intake, verification view, social insights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Heatmap, charts, trust score, public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303520" cy="5303520"/>
          </a:xfrm>
          <a:prstGeom prst="roundRect">
            <a:avLst/>
          </a:prstGeom>
          <a:solidFill>
            <a:srgbClr val="F8FAFD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385C"/>
                </a:solidFill>
              </a:defRPr>
            </a:pPr>
            <a:r>
              <a:t>Backend (Execution Engine)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• FastAPI with domain-based routers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JWT auth with role-based access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AI services + Knowledge Base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Architecture Flow (Easy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205740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</a:defRPr>
            </a:pPr>
            <a:r>
              <a:t>Users</a:t>
            </a:r>
            <a:br/>
            <a:r>
              <a:t>(Citizen/Leader)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205740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</a:defRPr>
            </a:pPr>
            <a:r>
              <a:t>Frontend</a:t>
            </a:r>
            <a:br/>
            <a:r>
              <a:t>(React)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205740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</a:defRPr>
            </a:pPr>
            <a:r>
              <a:t>Backend API</a:t>
            </a:r>
            <a:br/>
            <a:r>
              <a:t>(FastAPI)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011680"/>
            <a:ext cx="205740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</a:defRPr>
            </a:pPr>
            <a:r>
              <a:t>Services + KB</a:t>
            </a:r>
            <a:br/>
            <a:r>
              <a:t>(Offline AI)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011680"/>
            <a:ext cx="2057400" cy="1097280"/>
          </a:xfrm>
          <a:prstGeom prst="roundRect">
            <a:avLst/>
          </a:prstGeom>
          <a:solidFill>
            <a:srgbClr val="F8FAFD"/>
          </a:solidFill>
          <a:ln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</a:defRPr>
            </a:pPr>
            <a:r>
              <a:t>DB/Cache</a:t>
            </a:r>
            <a:br/>
            <a:r>
              <a:t>(Postgres/Redis)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331720"/>
            <a:ext cx="320040" cy="411480"/>
          </a:xfrm>
          <a:prstGeom prst="rightArrow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029200" y="2331720"/>
            <a:ext cx="320040" cy="411480"/>
          </a:xfrm>
          <a:prstGeom prst="rightArrow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06640" y="2331720"/>
            <a:ext cx="320040" cy="411480"/>
          </a:xfrm>
          <a:prstGeom prst="rightArrow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784080" y="2331720"/>
            <a:ext cx="320040" cy="411480"/>
          </a:xfrm>
          <a:prstGeom prst="rightArrow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85C"/>
                </a:solidFill>
              </a:defRPr>
            </a:pPr>
            <a:r>
              <a:t>KB-first logic: Local Knowledge Base runs first. Optional APIs (Gemini/Whisper/Twitter) only enhance output.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This ensures reliability in low-connectivity environments and zero API-key dependency for core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Knowledge Base (Core Innovation)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8 self-contained modules provide offline intelligence.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Covers complaint classification, priority rules, SOPs, templates, ward profiles.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Works without external APIs; optional AI only improves output quality.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Design principle: KB PRIMARY, external APIs OPTIONAL.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Complaint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1) Citizen submits text/voice/image complaint.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2) KB classifier identifies category, urgency, and possible duplicates.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3) Priority engine scores using 5 factors + escalation rules.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4) Department routing and task assignment are generated.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5) Complaint lifecycle tracked with status and audit logs.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4-Layer Verification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Layer 1: GPS consistency check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Layer 2: Timestamp validation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Layer 3: Image comparison (pixel-diff / vision enhancement optional)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Layer 4: Tamper detection and integrity checks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Leader approves/rejects for accountability and closure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Data &amp; Analytics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303520" cy="5303520"/>
          </a:xfrm>
          <a:prstGeom prst="roundRect">
            <a:avLst/>
          </a:prstGeom>
          <a:solidFill>
            <a:srgbClr val="F8FAFD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385C"/>
                </a:solidFill>
              </a:defRPr>
            </a:pPr>
            <a:r>
              <a:t>Transactional Data (PostgreSQL)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• Complaints, users, wards, verifications, communications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Trust scores and social analysis records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Audit logs for accountability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303520" cy="5303520"/>
          </a:xfrm>
          <a:prstGeom prst="roundRect">
            <a:avLst/>
          </a:prstGeom>
          <a:solidFill>
            <a:srgbClr val="F8FAFD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385C"/>
                </a:solidFill>
              </a:defRPr>
            </a:pPr>
            <a:r>
              <a:t>Operational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41414"/>
                </a:solidFill>
              </a:defRPr>
            </a:pPr>
            <a:r>
              <a:t>• Priority queue for leadership decisions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Ward heatmap and sentiment trends</a:t>
            </a:r>
          </a:p>
          <a:p>
            <a:pPr>
              <a:defRPr sz="1600">
                <a:solidFill>
                  <a:srgbClr val="141414"/>
                </a:solidFill>
              </a:defRPr>
            </a:pPr>
            <a:r>
              <a:t>• Public scorecards for transparency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Security, Access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JWT-based authentication with role-specific permissions.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Roles: Leader, Department Head, Worker, Admin.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Approval workflows for verification and communications.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Audit trails for traceability and governance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Deployment &amp;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Docker Compose runs full stack: frontend, backend, postgres, redis.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CI/CD with GitHub Actions: lint, test, build, deploy.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Backend deploy target: Railway; Frontend: Vercel; DB: Supabase/Postgres.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Fast evaluation via seeded demo data and Swagger docs.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Why This Architecture Is Evaluation-Ready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Offline-first reliability for public sector constraints.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Modular and maintainable service-based backend design.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Clear accountability with verification + audit model.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Citizen trust focus through transparency portal and trust metrics.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Scalable foundation for multi-ward and multi-city rollout.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b="1" sz="1800">
                <a:solidFill>
                  <a:srgbClr val="FFFFFF"/>
                </a:solidFill>
              </a:rPr>
              <a:t>Demo Flow (5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1414"/>
                </a:solidFill>
              </a:defRPr>
            </a:pPr>
            <a:r>
              <a:t>1) Create complaint (text/voice).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2) Show auto classification + priority score.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3) Display dashboard heatmap and queue.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4) Submit and approve verification evidence.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5) Generate and publish bilingual communication.</a:t>
            </a:r>
          </a:p>
          <a:p>
            <a:pPr>
              <a:defRPr sz="1800">
                <a:solidFill>
                  <a:srgbClr val="141414"/>
                </a:solidFill>
              </a:defRPr>
            </a:pPr>
            <a:r>
              <a:t>6) Open public portal scorecard for transparency.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EB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A5A5A"/>
                </a:solidFill>
              </a:rPr>
              <a:t>Jansewa AI • Sankalp Hackathon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